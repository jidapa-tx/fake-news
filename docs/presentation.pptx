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3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63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ยินดีต้อนรับทุกท่านสู่การนำเสนอโปรเจกต์ ชัวร์ก่อนแชร์ แอปพลิเคชันตรวจสอบข่าวปลอมสำหรับผู้ใช้ภาษาไทย วันนี้เราจะพาทุกท่านไปรู้จักกับปัญหา วิธีแก้ไข และสถาปัตยกรรมทางเทคนิคของโปรเจกต์นี้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ข่าวปลอมเป็นปัญหาระดับชาติที่ส่งผลกระทบต่อสังคมไทยอย่างมาก โดยเฉพาะในช่วงวิกฤต เช่น COVID-19 หรือช่วงการเลือกตั้ง ปัจจุบันยังไม่มีเครื่องมือที่ใช้งานง่าย ฟรี และรักษาความเป็นส่วนตัวของผู้ใช้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ชัวร์ก่อนแชร์ถูกออกแบบมาสำหรับผู้ใช้ทั่วไปที่ต้องการตรวจสอบข้อมูลอย่างรวดเร็ว หลักการสำคัญคือ Privacy First — ไม่มีข้อมูลส่วนตัวออกจากเครื่องของผู้ใช้ และการวิเคราะห์ให้ผลลัพธ์ที่เข้าใจง่ายในภาษาไทย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ฟีเจอร์ทั้ง 7 ถูกออกแบบให้ครอบคลุมการตรวจสอบทุกรูปแบบ ตั้งแต่ข้อความง่ายๆ ไปจนถึงรูปภาพที่อาจถูกสร้างด้วย AI โดยให้ความสำคัญกับความเป็นส่วนตัวและความง่ายในการใช้งาน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หน้าหลักถูกออกแบบให้เรียบง่ายและใช้งานได้ทันที ผู้ใช้สามารถวางข้อความ URL หรืออัปโหลดรูปภาพเพื่อตรวจสอบได้เลย โดยไม่ต้องสมัครสมาชิกหรือรอโหลดนาน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หน้าผลลัพธ์แสดงคะแนนความน่าเชื่อถือในรูปแบบที่เข้าใจง่าย พร้อมเหตุผลประกอบเป็นภาษาไทยและรายการแหล่งอ้างอิง ผู้ใช้สามารถดูรายละเอียดเพิ่มเติมได้ผ่าน accordion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หน้า Trending แสดงหัวข้อที่คนสนใจตรวจสอบมากที่สุด โดยใช้การ hash ด้วย SHA-256 เพื่อปกป้องความเป็นส่วนตัว ไม่มีการเก็บข้อความต้นฉบับของผู้ใช้ไว้ใน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ประวัติการค้นหาทั้งหมดถูกเก็บไว้ใน localStorage ของ browser ผู้ใช้สามารถส่งออกเป็น JSON เพื่อสำรองข้อมูลหรือนำไปวิเคราะห์เพิ่มเติมได้ ข้อมูลไม่เคยถูกส่งไปยัง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สถาปัตยกรรมใช้ Docker Compose รวม Next.js App และ PostgreSQL ไว้ด้วยกัน Gemini API เป็น external dependency เดียวที่ใช้สำหรับวิเคราะห์รูปภาพ ทุก API endpoint อยู่ใน Next.js App Router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ทุก API endpoint ผ่านการ validate ด้วย Zod schema ทั้งฝั่ง client และ server รูปแบบ error response เป็นมาตรฐานเดียวกันทั้งหมด ไม่มีการ expose stack trace Rate limiting ใช้ in-memory sliding window 30 req/min ต่อ 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อัลกอริทึมการให้คะแนนเริ่มที่ 50 (neutral) แล้วปรับขึ้นหรือลงตามหลักฐาน การพบ Fake claim ที่รู้จักจะลดคะแนนลงมาก ส่วนแหล่งข่าวน่าเชื่อถือจะเพิ่มหรือลดตาม stance คะแนนสุดท้ายจะถูก map ไปยัง 5 ระดับ verdict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การวิเคราะห์รูปภาพใช้ Gemini 2.5 Flash ซึ่งสามารถตรวจจับรูปภาพที่สร้างด้วย AI ระบบมีการดึง EXIF metadata ก่อนส่งไป Gemini เพื่อให้ข้อมูลเพิ่มเติม มีการออกแบบ graceful fallback เพื่อให้ระบบทำงานได้แม้ Gemini API ล้มเหลว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Privacy by Design ไม่ใช่แค่ feature แต่เป็นหลักการออกแบบหลักของโปรเจกต์นี้ ทุก decision ถูกทำขึ้นเพื่อให้มั่นใจว่าข้อมูลส่วนตัวของผู้ใช้ปลอดภัย โดยไม่กระทบต่อประสิทธิภาพในการวิเคราะห์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Stack ถูกเลือกโดยให้ความสำคัญกับ Developer Experience และ Type Safety Next.js App Router ช่วยให้ทำ SSR และ API routes ได้ในโปรเจกต์เดียว Gemini เป็น external dependency เดียวที่ต้อง API 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MVP มุ่งเน้นฟีเจอร์หลักที่ให้ value จริงแก่ผู้ใช้ ส่วนที่เป็น mock ถูกออกแบบให้ replace ได้ง่ายด้วย real API ในอนาคต การไม่มี production deploy เป็นการตัดสินใจตามขอบเขต MVP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Unit tests ครอบคลุม business logic หลักทั้งหมด E2E tests ตรวจสอบ happy path ตั้งแต่ต้นจนจบ การใช้ mock สำหรับ Prisma และ Gemini ทำให้ tests เร็วและ deterministic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การ setup ใช้เวลาไม่เกิน 2 นาที เพียงมี Docker และ Node.js ค่า env ที่จำเป็นมีแค่ DATABASE_URL และ GEMINI_API_KEY หลัง seed แล้วสามารถเริ่มทดสอบได้ทันที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ถูกจัดลำดับตามผลกระทบที่มีต่อผู้ใช้ Social API และ Reverse Image Search เป็น quick wins ที่ทำได้ทันที Community database จะยกระดับความแม่นยำอย่างมากในระยะยาว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ขอบคุณทุกท่านที่รับฟังการนำเสนอ ชัวร์ก่อนแชร์เป็น MVP ที่พร้อมขยายต่อในอนาคต ยินดีตอบทุกคำถามเกี่ยวกับสถาปัตยกรรม การออกแบบ หรือการ implement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4F9CF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4F9CF9"/>
                </a:solidFill>
              </a:rPr>
              <a:t>ชัวร์ก่อนแชร์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EC6FF"/>
                </a:solidFill>
              </a:rPr>
              <a:t>Sure Before Share — Thai Fake News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A9CC4"/>
                </a:solidFill>
              </a:rPr>
              <a:t>ตรวจสอบข่าวก่อนส่งต่อ — เพราะข่าวปลอมแพร่เร็วกว่าที่คุณคิด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69080"/>
            <a:ext cx="3657600" cy="254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A9CC4"/>
                </a:solidFill>
              </a:rPr>
              <a:t>ทีม: [ชื่อทีม]   |   วันที่: เมษายน 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Stack: Next.js 14 · TypeScript · PostgreSQL · Google Gemini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ปัญหา: ข่าวปลอมในยุคดิจิทัล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E8F1FF"/>
                </a:solidFill>
              </a:rPr>
              <a:t>• ข่าวปลอมแพร่กระจายเร็วกว่าข่าวจริง 6 เท่า (MIT, 2018)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E8F1FF"/>
                </a:solidFill>
              </a:rPr>
              <a:t>• LINE/Facebook เป็นช่องทางหลักในการแชร์ข่าวปลอมในไทย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E8F1FF"/>
                </a:solidFill>
              </a:rPr>
              <a:t>• ผู้สูงอายุและผู้ใช้ทั่วไปขาดทักษะตรวจสอบข้อมูล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E8F1FF"/>
                </a:solidFill>
              </a:rPr>
              <a:t>• เครื่องมือตรวจสอบที่มีอยู่ต้องการการสมัครสมาชิก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E8F1FF"/>
                </a:solidFill>
              </a:rPr>
              <a:t>• ไม่มีเครื่องมือที่ใส่ใจความเป็นส่วนตัวของผู้ใช้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E8F1FF"/>
                </a:solidFill>
              </a:rPr>
              <a:t>• ขาดการรองรับภาษาไทยในเครื่องมือระดับสากล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371600"/>
            <a:ext cx="3931920" cy="146304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4732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F4444"/>
                </a:solidFill>
              </a:rPr>
              <a:t>6×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488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9CC4"/>
                </a:solidFill>
              </a:rPr>
              <a:t>เร็วกว่าข่าวจริง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3063240"/>
            <a:ext cx="3931920" cy="146304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31648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97316"/>
                </a:solidFill>
              </a:rP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9CC4"/>
                </a:solidFill>
              </a:rPr>
              <a:t>ผู้ใช้ไทยพบข่าวปลอม
บน social 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754880"/>
            <a:ext cx="3931920" cy="146304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48564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F9CF9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5321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9CC4"/>
                </a:solidFill>
              </a:rPr>
              <a:t>เครื่องมือฟรี ไม่ต้องสมัคร
ที่รองรับภาษาไทย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วิธีแก้: ชัวร์ก่อนแชร์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E8F1FF"/>
                </a:solidFill>
              </a:rPr>
              <a:t>แอปพลิเคชันเว็บสำหรับตรวจสอบความน่าเชื่อถือของข้อมูล รองรับทั้งข้อความ URL และรูปภาพ โดยไม่ต้องสมัครสมาชิก และไม่เก็บข้อมูลส่วนตัวของผู้ใช้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5394960" cy="15544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9CF9"/>
                </a:solidFill>
              </a:rPr>
              <a:t>🚫 ไม่ต้อง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เข้าใช้งานได้ทันที ไม่มีกำแพงสมัครสมาชิก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2423160"/>
            <a:ext cx="5394960" cy="15544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39" y="2560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9CF9"/>
                </a:solidFill>
              </a:rPr>
              <a:t>🔒 ไม่เก็บข้อมูล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39" y="3108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ประวัติการค้นหาเก็บในเครื่องของคุณเท่านั้น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51960"/>
            <a:ext cx="5394960" cy="15544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9CF9"/>
                </a:solidFill>
              </a:rPr>
              <a:t>⚡ ตรวจสอบใน วินาที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วิเคราะห์ด้วย AI + ฐานข้อมูลแหล่งข่าวน่าเชื่อถือ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4251960"/>
            <a:ext cx="5394960" cy="15544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39" y="4389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9CF9"/>
                </a:solidFill>
              </a:rPr>
              <a:t>🌐 รองรับภาษาไทย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4937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ผลลัพธ์และเหตุผลเป็นภาษาไทย พร้อม EN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ฟีเจอร์หลัก (FR.1–FR.7)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118872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533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9CF9"/>
                </a:solidFill>
              </a:rPr>
              <a:t>FR.1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F1FF"/>
                </a:solidFill>
              </a:rPr>
              <a:t>Privacy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ไม่ต้อง Login · ประวัติใน localStorage เท่านั้น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118872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533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3533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9CF9"/>
                </a:solidFill>
              </a:rPr>
              <a:t>FR.2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F1FF"/>
                </a:solidFill>
              </a:rPr>
              <a:t>วิเคราะห์หลายรูปแบบ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029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ข้อความ / URL / รูปภาพ · คะแนน 0–100 · 5 ระดับ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486400" cy="118872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7249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7249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9CF9"/>
                </a:solidFill>
              </a:rPr>
              <a:t>FR.3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F1FF"/>
                </a:solidFill>
              </a:rPr>
              <a:t>รายการอ้างอิง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แหล่งข่าวน่าเชื่อถือ 20+ แหล่ง · badge stance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651760"/>
            <a:ext cx="5486400" cy="118872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7249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7249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9CF9"/>
                </a:solidFill>
              </a:rPr>
              <a:t>FR.4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F1FF"/>
                </a:solidFill>
              </a:rPr>
              <a:t>วิเคราะห์โดเมน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อายุโดเมน · SSL · WHOIS · phishing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23360"/>
            <a:ext cx="5486400" cy="118872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096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🖼️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0965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9CF9"/>
                </a:solidFill>
              </a:rPr>
              <a:t>FR.5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F1FF"/>
                </a:solidFill>
              </a:rPr>
              <a:t>ตรวจรูปภาพ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773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Gemini detect AI-generated · EXIF metadata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023360"/>
            <a:ext cx="5486400" cy="118872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096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0965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9CF9"/>
                </a:solidFill>
              </a:rPr>
              <a:t>FR.6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F1FF"/>
                </a:solidFill>
              </a:rPr>
              <a:t>Trending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773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ค้นหายอดนิยม · anonymized · SHA-256 hash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5394960"/>
            <a:ext cx="5486400" cy="118872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37560" y="54681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5468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9CF9"/>
                </a:solidFill>
              </a:rPr>
              <a:t>FR.7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5806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F1FF"/>
                </a:solidFill>
              </a:rPr>
              <a:t>ประวัติการค้นหา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6144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บันทึกใน browser · ส่งออก/นำเข้า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Demo: หน้าหลัก (Home)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Screen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E8F1FF"/>
                </a:solidFill>
              </a:rPr>
              <a:t>• 🏠 Hero Banner — ชื่อแอป + tagline + ไอคอนโล่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F1FF"/>
                </a:solidFill>
              </a:rPr>
              <a:t>• 📝 Input Card — 3 แท็บ: ข้อความ / URL / รูปภาพ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F1FF"/>
                </a:solidFill>
              </a:rPr>
              <a:t>• 📊 Stats Row — จำนวนการตรวจสอบวันนี้ + ความแม่นยำ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F1FF"/>
                </a:solidFill>
              </a:rPr>
              <a:t>• 🕐 Recent Checks — รายการล่าสุดจาก localStorage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F1FF"/>
                </a:solidFill>
              </a:rPr>
              <a:t>• 🔥 Trending Bar — ลิงก์ไปหน้า Trending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F1FF"/>
                </a:solidFill>
              </a:rPr>
              <a:t>• 🌐 Language Toggle — TH / EN switcher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F1FF"/>
                </a:solidFill>
              </a:rPr>
              <a:t>• ปุ่ม Submit ทริกเกอร์ POST /api/analyze/text หรือ /image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005840"/>
            <a:ext cx="3200400" cy="5394960"/>
          </a:xfrm>
          <a:prstGeom prst="rect">
            <a:avLst/>
          </a:prstGeom>
          <a:solidFill>
            <a:srgbClr val="0D1B2A"/>
          </a:solidFill>
          <a:ln w="317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0" y="1097280"/>
            <a:ext cx="1005840" cy="228600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30175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9CC4"/>
                </a:solidFill>
              </a:rPr>
              <a:t>📱
วางภาพ screenshot
ที่นี่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Demo: หน้าผลลัพธ์ (Result)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Screen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8F1FF"/>
                </a:solidFill>
              </a:rPr>
              <a:t>• 🎯 Verdict Card — วงกลมคะแนน + 5-segment bar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F1FF"/>
                </a:solidFill>
              </a:rPr>
              <a:t>•    ระดับ: อันตราย / น่าสงสัย / ไม่แน่ใจ / ค่อนข้างจริง / ยืนยันแล้ว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F1FF"/>
                </a:solidFill>
              </a:rPr>
              <a:t>• 📊 Evidence Stats — 3 การ์ด: แหล่งสนับสนุน / ต่อต้าน / AI confidence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F1FF"/>
                </a:solidFill>
              </a:rPr>
              <a:t>• 📖 Reasoning Accordion — เหตุผล AI เป็น bullet ภาษาไทย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F1FF"/>
                </a:solidFill>
              </a:rPr>
              <a:t>• 📰 Reference List — badge stance (สนับสนุน/ต่อต้าน/เป็นกลาง)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F1FF"/>
                </a:solidFill>
              </a:rPr>
              <a:t>• 🌐 Source Analysis — ความน่าเชื่อถือโดเมน + SSL + WHOIS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F1FF"/>
                </a:solidFill>
              </a:rPr>
              <a:t>• 📤 Action Bar — Copy Link / Share / ตรวจสอบใหม่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005840"/>
            <a:ext cx="3200400" cy="5394960"/>
          </a:xfrm>
          <a:prstGeom prst="rect">
            <a:avLst/>
          </a:prstGeom>
          <a:solidFill>
            <a:srgbClr val="0D1B2A"/>
          </a:solidFill>
          <a:ln w="317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0" y="1097280"/>
            <a:ext cx="1005840" cy="228600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30175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9CC4"/>
                </a:solidFill>
              </a:rPr>
              <a:t>📱
วางภาพ screenshot
ที่นี่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Demo: หน้า Trending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FR.6 — ค้นหายอดนิยม (Anonymized)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🔥 Rank List — 10 อันดับคำค้นหายอดนิยม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📅 Period Filter — วันนี้ / สัปดาห์นี้ / เดือนนี้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🔒 Privacy Notice — ข้อความชี้แจงการ hash query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👆 Clickable — กดรายการเพื่อส่งไปตรวจสอบทันที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🔍 SHA-256 Hash — ไม่เก็บ raw text ใน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005840"/>
            <a:ext cx="3200400" cy="5394960"/>
          </a:xfrm>
          <a:prstGeom prst="rect">
            <a:avLst/>
          </a:prstGeom>
          <a:solidFill>
            <a:srgbClr val="0D1B2A"/>
          </a:solidFill>
          <a:ln w="317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0" y="1097280"/>
            <a:ext cx="1005840" cy="228600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30175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9CC4"/>
                </a:solidFill>
              </a:rPr>
              <a:t>📱
วางภาพ screenshot
ที่นี่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Demo: หน้าประวัติ (History)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FR.7 — Local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📋 History List — รายการจาก localStorage ของ browser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🔍 Filter Bar — ค้นหา + กรองตามประเภท + ระดับคะแนน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📤 Export JSON — ดาวน์โหลดประวัติเป็น JSON file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📥 Import JSON — นำเข้าประวัติจาก file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🗑️ Clear All — ลบประวัติทั้งหมด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E8F1FF"/>
                </a:solidFill>
              </a:rPr>
              <a:t>• 📭 Empty State — แสดงเมื่อยังไม่มีประวัติ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005840"/>
            <a:ext cx="3200400" cy="5394960"/>
          </a:xfrm>
          <a:prstGeom prst="rect">
            <a:avLst/>
          </a:prstGeom>
          <a:solidFill>
            <a:srgbClr val="0D1B2A"/>
          </a:solidFill>
          <a:ln w="317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0" y="1097280"/>
            <a:ext cx="1005840" cy="228600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30175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9CC4"/>
                </a:solidFill>
              </a:rPr>
              <a:t>📱
วางภาพ screenshot
ที่นี่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4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สถาปัตยกรรมระบบ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Architecture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8686800" cy="5212080"/>
          </a:xfrm>
          <a:prstGeom prst="rect">
            <a:avLst/>
          </a:prstGeom>
          <a:solidFill>
            <a:srgbClr val="0D223A"/>
          </a:solidFill>
          <a:ln w="190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9CF9"/>
                </a:solidFill>
              </a:rPr>
              <a:t>🐳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2286000"/>
            <a:ext cx="2468880" cy="10972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F1FF"/>
                </a:solidFill>
              </a:rPr>
              <a:t>🌐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743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CC4"/>
                </a:solidFill>
              </a:rPr>
              <a:t>Next.js Client
React + Zustand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2743200"/>
            <a:ext cx="457200" cy="254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A9CC4"/>
                </a:solidFill>
              </a:rPr>
              <a:t>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EC6FF"/>
                </a:solidFill>
              </a:rPr>
              <a:t>⚡ Next.js App  (port 3000)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3172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POST /api/analyze/text   — ข้อความ &amp; URL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POST /api/analyze/image  — Gemini AI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POST /api/analyze/source — โดเมน risk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GET  /api/trending       — trending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GET  /api/references/:id — รายการอ้างอิง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3200400"/>
            <a:ext cx="1097280" cy="254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2926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A9CC4"/>
                </a:solidFill>
              </a:rPr>
              <a:t>Prisma 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45920"/>
            <a:ext cx="2286000" cy="4297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EC6FF"/>
                </a:solidFill>
              </a:rPr>
              <a:t>🗄️ PostgreSQL 15
(port 5432)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▪ Analysis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▪ Reference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▪ TrustedSource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▪ KnownFakeClaim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▪ SuspiciousDomain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F1FF"/>
                </a:solidFill>
              </a:rPr>
              <a:t>▪ TrendingEntry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3840480"/>
            <a:ext cx="2468880" cy="1371600"/>
          </a:xfrm>
          <a:prstGeom prst="rect">
            <a:avLst/>
          </a:prstGeom>
          <a:solidFill>
            <a:srgbClr val="1A3528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</a:rPr>
              <a:t>🤖 Google Gemini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CC4"/>
                </a:solidFill>
              </a:rPr>
              <a:t>gemini-2.5-flash
(image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303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A9CC4"/>
                </a:solidFill>
              </a:rPr>
              <a:t>External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5 Endpoints · Zod Validation · Rate Limiting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247120" cy="749808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898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F1FF"/>
                </a:solidFill>
              </a:rPr>
              <a:t>/api/analyze/text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8988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วิเคราะห์ข้อความและ URL · scoring logic · reference 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11247120" cy="749808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5856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585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F1FF"/>
                </a:solidFill>
              </a:rPr>
              <a:t>/api/analyze/image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ส่งรูปไป Gemini · EXIF · AI probability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39"/>
            <a:ext cx="11247120" cy="749808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12724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2724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F1FF"/>
                </a:solidFill>
              </a:rPr>
              <a:t>/api/analyze/source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127247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วิเคราะห์โดเมน: อายุ, SSL, WHOIS, phishing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11247120" cy="749808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99592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9CF9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959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F1FF"/>
                </a:solidFill>
              </a:rPr>
              <a:t>/api/trending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99592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ดึง trending queries (hashed, anonymized)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00600"/>
            <a:ext cx="11247120" cy="749808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6460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9CF9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6460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F1FF"/>
                </a:solidFill>
              </a:rPr>
              <a:t>/api/references/:id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6460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รายการแหล่งอ้างอิงพร้อม stance badge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15000"/>
            <a:ext cx="6858000" cy="822960"/>
          </a:xfrm>
          <a:prstGeom prst="rect">
            <a:avLst/>
          </a:prstGeom>
          <a:solidFill>
            <a:srgbClr val="1A2235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779008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F4444"/>
                </a:solidFill>
              </a:rPr>
              <a:t>🚫 Error: { error: { code, message_th, message_en } }  —  never raw stack traces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5715000"/>
            <a:ext cx="4206240" cy="822960"/>
          </a:xfrm>
          <a:prstGeom prst="rect">
            <a:avLst/>
          </a:prstGeom>
          <a:solidFill>
            <a:srgbClr val="1A2235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577900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97316"/>
                </a:solidFill>
              </a:rPr>
              <a:t>⏱️ Rate Limit: 30 req/min per IP (sliding window)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Scoring Logic — คะแนนความน่าเชื่อถือ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Credibility Score Algorithm (0–100)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7627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1FF"/>
                </a:solidFill>
              </a:rPr>
              <a:t>อันตราย
0–20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280160"/>
            <a:ext cx="217627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0" y="1737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1FF"/>
                </a:solidFill>
              </a:rPr>
              <a:t>น่าสงสัย
21–40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80160"/>
            <a:ext cx="2176272" cy="41148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737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1FF"/>
                </a:solidFill>
              </a:rPr>
              <a:t>ไม่แน่ใจ
41–60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280160"/>
            <a:ext cx="2176272" cy="41148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1737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1FF"/>
                </a:solidFill>
              </a:rPr>
              <a:t>ค่อนข้างจริง
61–80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280160"/>
            <a:ext cx="2176272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1737360"/>
            <a:ext cx="2176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1FF"/>
                </a:solidFill>
              </a:rPr>
              <a:t>ยืนยันแล้ว
81–100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5577840" cy="11430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496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F1FF"/>
                </a:solidFill>
              </a:rPr>
              <a:t>เริ่มต้น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80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Base score = 50 (neutral)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423160"/>
            <a:ext cx="5577840" cy="11430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496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Fake claim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80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พบข้อมูลเท็จที่รู้จัก → score =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49039"/>
            <a:ext cx="5577840" cy="11430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840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8221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</a:rPr>
              <a:t>Trusted source สนับสนุน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0623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+8 ต่อแหล่ง (สูงสุด 100)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49039"/>
            <a:ext cx="5577840" cy="11430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840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8221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</a:rPr>
              <a:t>Trusted source ต่อต้าน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20623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−8 ต่อแหล่ง (ต่ำสุด 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74920"/>
            <a:ext cx="5577840" cy="11430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166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⚠️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148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</a:rPr>
              <a:t>Suspicious domain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532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−25 (โดเมนน่าสงสัย)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074920"/>
            <a:ext cx="5577840" cy="11430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5166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148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B308"/>
                </a:solidFill>
              </a:rPr>
              <a:t>Partial match &gt;80%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532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−20 (คล้ายข้อมูลเท็จ &gt; 80%)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AI Image Analysis — Gemini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FR.5 · gemini-2.5-flash · Graceful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645920" cy="2011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9CF9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F1FF"/>
                </a:solidFill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CC4"/>
                </a:solidFill>
              </a:rPr>
              <a:t>ผู้ใช้อัปโหลดรูปภาพ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F9CF9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1645920" cy="2011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1417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9CF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F1FF"/>
                </a:solidFill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CC4"/>
                </a:solidFill>
              </a:rPr>
              <a:t>ตรวจ size/type (Zod)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F9CF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1645920" cy="2011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1417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9CF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F1FF"/>
                </a:solidFill>
              </a:rPr>
              <a:t>EXIF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CC4"/>
                </a:solidFill>
              </a:rPr>
              <a:t>ดึง metadata จากรูป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F9CF9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1645920" cy="2011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417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9CF9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F1FF"/>
                </a:solidFill>
              </a:rPr>
              <a:t>Gemini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CC4"/>
                </a:solidFill>
              </a:rPr>
              <a:t>ส่งไป gemini-2.5-flash
พร้อม JSON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F9CF9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371600"/>
            <a:ext cx="1645920" cy="2011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417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9CF9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F1FF"/>
                </a:solidFill>
              </a:rPr>
              <a:t>Parse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CC4"/>
                </a:solidFill>
              </a:rPr>
              <a:t>แปลง response เป็น
structured 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F9CF9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32720" y="1371600"/>
            <a:ext cx="1645920" cy="2011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32720" y="1417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9CF9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F1FF"/>
                </a:solidFill>
              </a:rPr>
              <a:t>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CC4"/>
                </a:solidFill>
              </a:rPr>
              <a:t>aiProbability · detectedModel
Thai reasoning bullets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11247120" cy="1005840"/>
          </a:xfrm>
          <a:prstGeom prst="rect">
            <a:avLst/>
          </a:prstGeom>
          <a:solidFill>
            <a:srgbClr val="1A281A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730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</a:rPr>
              <a:t>🛡️ Graceful 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หาก Gemini API ล้มเหลว → endpoint คืน 200 พร้อม fallback data (aiProbability: null, detectedModel: 'unknown', reasoning: ['ไม่สามารถวิเคราะห์ได้'])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46320"/>
            <a:ext cx="11247120" cy="164592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919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EC6FF"/>
                </a:solidFill>
              </a:rPr>
              <a:t>Output Fields: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2180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aiProbability: number (0–1)  — ความน่าจะเป็นที่ถูกสร้างด้วย AI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detectedModel: string        — ชื่อโมเดล AI ที่ตรวจพบ (ถ้ามี)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reasoning: string[]          — เหตุผลประกอบเป็น bullet ภาษาไทย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ความเป็นส่วนตัวตั้งแต่การออกแบบ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0" cy="18288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E8F1FF"/>
                </a:solidFill>
              </a:rPr>
              <a:t>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356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F9CF9"/>
                </a:solidFill>
              </a:rPr>
              <a:t>localStorage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4767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A9CC4"/>
                </a:solidFill>
              </a:rPr>
              <a:t>ประวัติการค้นหาไม่เคยออกจาก browser
ไม่มีการส่งข้อมูลไป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486400" cy="18288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E8F1FF"/>
                </a:solidFill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4356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F9CF9"/>
                </a:solidFill>
              </a:rPr>
              <a:t>SHA-256 Query Hashing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4767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A9CC4"/>
                </a:solidFill>
              </a:rPr>
              <a:t>Trending เก็บแค่ hash ของ query
ไม่มี raw text ใน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5486400" cy="18288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E8F1FF"/>
                </a:solidFill>
              </a:rPr>
              <a:t>⏱️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387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F9CF9"/>
                </a:solidFill>
              </a:rPr>
              <a:t>Rate Limit ไม่ persist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05079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A9CC4"/>
                </a:solidFill>
              </a:rPr>
              <a:t>IP ใช้สำหรับ rate limit เท่านั้น
ไม่เก็บ IP ลง 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429000"/>
            <a:ext cx="5486400" cy="182880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E8F1FF"/>
                </a:solidFill>
              </a:rPr>
              <a:t>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5387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F9CF9"/>
                </a:solidFill>
              </a:rPr>
              <a:t>Zero Cookies /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05079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A9CC4"/>
                </a:solidFill>
              </a:rPr>
              <a:t>ไม่มี cookie, session, หรือ
ข้อมูลส่วนตัวบน 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0D221A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</a:rPr>
              <a:t>🔒 ข้อมูลเก็บในเครื่องคุณเท่านั้น — ไม่ส่งไป server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Tech Stack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เทคโนโลยีที่ใช้และเหตุผล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828800" cy="438912"/>
          </a:xfrm>
          <a:prstGeom prst="rect">
            <a:avLst/>
          </a:prstGeom>
          <a:solidFill>
            <a:srgbClr val="4F9CF9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52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234440"/>
            <a:ext cx="3200400" cy="438912"/>
          </a:xfrm>
          <a:prstGeom prst="rect">
            <a:avLst/>
          </a:prstGeom>
          <a:solidFill>
            <a:srgbClr val="4F9CF9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12852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234440"/>
            <a:ext cx="5943600" cy="438912"/>
          </a:xfrm>
          <a:prstGeom prst="rect">
            <a:avLst/>
          </a:prstGeom>
          <a:solidFill>
            <a:srgbClr val="4F9CF9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2852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09928"/>
            <a:ext cx="18288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607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709928"/>
            <a:ext cx="32004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176072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Next.js 14 (App Router)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709928"/>
            <a:ext cx="59436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176072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SSR + API routes ในไฟล์เดียว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85416"/>
            <a:ext cx="18288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2362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Language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185416"/>
            <a:ext cx="32004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77440" y="223621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TypeScript (strict)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185416"/>
            <a:ext cx="59436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223621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Type safety ลด bugs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60904"/>
            <a:ext cx="18288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71170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Styling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2660904"/>
            <a:ext cx="32004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271170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TailwindCSS + shadcn/ui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660904"/>
            <a:ext cx="59436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271170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Rapid UI + accessible components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36392"/>
            <a:ext cx="18288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1871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3136392"/>
            <a:ext cx="32004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77440" y="31871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Prisma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136392"/>
            <a:ext cx="59436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318719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Type-safe DB queries + migrations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611880"/>
            <a:ext cx="18288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6626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3611880"/>
            <a:ext cx="32004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77440" y="36626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PostgreSQL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611880"/>
            <a:ext cx="59436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0" y="366268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Relational + JSONB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087368"/>
            <a:ext cx="18288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1381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4087368"/>
            <a:ext cx="32004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77440" y="41381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Zustand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4087368"/>
            <a:ext cx="59436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0" y="413816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Lightweight, no boilerplate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562856"/>
            <a:ext cx="18288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46136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Data Fetching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4562856"/>
            <a:ext cx="32004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77440" y="46136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TanStack Query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4562856"/>
            <a:ext cx="59436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461365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Caching + loading states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038344"/>
            <a:ext cx="18288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508914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Validation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5038344"/>
            <a:ext cx="32004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377440" y="50891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Zod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5038344"/>
            <a:ext cx="59436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69280" y="508914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Runtime validation client+server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513831"/>
            <a:ext cx="18288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556463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i18n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0" y="5513831"/>
            <a:ext cx="32004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377440" y="5564631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next-intl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5513831"/>
            <a:ext cx="59436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69280" y="5564631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Thai/English support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989320"/>
            <a:ext cx="18288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60401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AI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5989320"/>
            <a:ext cx="32004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377440" y="60401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Google Gemini 2.5 Flash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77840" y="5989320"/>
            <a:ext cx="5943600" cy="438912"/>
          </a:xfrm>
          <a:prstGeom prst="rect">
            <a:avLst/>
          </a:prstGeom>
          <a:solidFill>
            <a:srgbClr val="17294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69280" y="60401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Image analysis + Thai reasoning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6464808"/>
            <a:ext cx="18288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651560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Testing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0" y="6464808"/>
            <a:ext cx="32004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377440" y="65156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</a:rPr>
              <a:t>Vitest + Playwright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77840" y="6464808"/>
            <a:ext cx="59436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669280" y="651560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C4"/>
                </a:solidFill>
              </a:rPr>
              <a:t>Unit + E2E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MVP Scope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จริง vs. Mock ใน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749039" cy="52120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</a:rPr>
              <a:t>✅ จริง (Implemented)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Text &amp; URL analysis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Domain analysis (age, SSL, WHOIS)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Gemini AI image detection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EXIF metadata extraction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Trending (hashed, anonymized)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Local history (localStorage)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i18n TH/EN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Rate limiting (30 req/min)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3749039" cy="52120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AB308"/>
                </a:solidFill>
              </a:rPr>
              <a:t>🟡 Mock (Demo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Social account analysis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Coordinated behavior detection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Reverse image 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3749039" cy="52120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🚫 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Authentication / user accounts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Production deployment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Real-time updates / WebSocket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Browser extension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F1FF"/>
                </a:solidFill>
              </a:rPr>
              <a:t>• Mobile 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Unit Tests · E2E · Mock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247120" cy="15544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F9CF9"/>
                </a:solidFill>
              </a:rPr>
              <a:t>🧪 Unit Tests — Vitest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7A9CC4"/>
                </a:solidFill>
              </a:rPr>
              <a:t>• Services: textAnalyzer, imageAnalyzer, sourceAnalyzer (≥5 tests each)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A9CC4"/>
                </a:solidFill>
              </a:rPr>
              <a:t>• Hook: useLocalHistory — add, remove, export, import, filter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A9CC4"/>
                </a:solidFill>
              </a:rPr>
              <a:t>• Zod schemas: validate happy path + edge cases + invalid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63239"/>
            <a:ext cx="11247120" cy="15544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1546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EC6FF"/>
                </a:solidFill>
              </a:rPr>
              <a:t>🎭 E2E — Playwright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599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7A9CC4"/>
                </a:solidFill>
              </a:rPr>
              <a:t>• Happy path: submit text → result page with verdict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A9CC4"/>
                </a:solidFill>
              </a:rPr>
              <a:t>• Happy path: submit URL → result page with references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A9CC4"/>
                </a:solidFill>
              </a:rPr>
              <a:t>• Trending page: entries load and are clickable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800600"/>
            <a:ext cx="11247120" cy="15544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A9CC4"/>
                </a:solidFill>
              </a:rPr>
              <a:t>🎭 Mock Strategy — Vitest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7A9CC4"/>
                </a:solidFill>
              </a:rPr>
              <a:t>• vi.mock('../lib/prisma') — mock DB in all service tests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A9CC4"/>
                </a:solidFill>
              </a:rPr>
              <a:t>• vi.mock('../lib/gemini') — mock Gemini in image tests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A9CC4"/>
                </a:solidFill>
              </a:rPr>
              <a:t>• No real DB / API calls in unit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Setup &amp;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3 คำสั่งในการเริ่มใช้งาน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247120" cy="13258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1691640"/>
            <a:ext cx="594360" cy="594360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C6FF"/>
                </a:solidFill>
              </a:rPr>
              <a:t>docker compose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574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A9CC4"/>
                </a:solidFill>
              </a:rPr>
              <a:t>เริ่ม Next.js app (port 3000) + PostgreSQL (port 5432)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247120" cy="13258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3246120"/>
            <a:ext cx="594360" cy="594360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175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C6FF"/>
                </a:solidFill>
              </a:rPr>
              <a:t>npm run db:seed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A9CC4"/>
                </a:solidFill>
              </a:rPr>
              <a:t>Seed ข้อมูล: trusted sources, fake claims, suspicious domains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80560"/>
            <a:ext cx="11247120" cy="13258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2920" y="4800600"/>
            <a:ext cx="594360" cy="594360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720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C6FF"/>
                </a:solidFill>
              </a:rPr>
              <a:t>npm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1663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A9CC4"/>
                </a:solidFill>
              </a:rPr>
              <a:t>รัน Vitest unit tests ทั้งหมด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126480"/>
            <a:ext cx="11247120" cy="548640"/>
          </a:xfrm>
          <a:prstGeom prst="rect">
            <a:avLst/>
          </a:prstGeom>
          <a:solidFill>
            <a:srgbClr val="1A2235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1904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AB308"/>
                </a:solidFill>
              </a:rPr>
              <a:t>📄 .env.example → ต้องการ: DATABASE_URL  +  GEMINI_API_KEY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F1FF"/>
                </a:solidFill>
              </a:rPr>
              <a:t>Future Roadmap (Post-MVP)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A9CC4"/>
                </a:solidFill>
              </a:rPr>
              <a:t>ทิศทางในอนาคต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247120" cy="868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447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9CF9"/>
                </a:solidFill>
              </a:rPr>
              <a:t>Social Account Analysis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เชื่อมต่อ API จริงสำหรับตรวจสอบบัญชี social media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1247120" cy="868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🖼️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505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9CF9"/>
                </a:solidFill>
              </a:rPr>
              <a:t>Reverse Image Search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46888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ใช้ Google Vision หรือ TinEye API แทน mock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11247120" cy="868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4930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564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9CF9"/>
                </a:solidFill>
              </a:rPr>
              <a:t>Browser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47472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ตรวจสอบข่าวได้โดยตรงบน Facebook, LINE Web, Twitter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11247120" cy="868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4988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622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9CF9"/>
                </a:solidFill>
              </a:rPr>
              <a:t>Public Deployment + Persistent 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48056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Deploy บน cloud + optional user accounts สำหรับ sync ประวัติ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94960"/>
            <a:ext cx="11247120" cy="868680"/>
          </a:xfrm>
          <a:prstGeom prst="rect">
            <a:avLst/>
          </a:prstGeom>
          <a:solidFill>
            <a:srgbClr val="1A2D44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5046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1FF"/>
                </a:solidFill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4681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9CF9"/>
                </a:solidFill>
              </a:rPr>
              <a:t>Community Fact-Check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48640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CC4"/>
                </a:solidFill>
              </a:rPr>
              <a:t>ระบบ crowdsourcing ให้ผู้ใช้ contribute ข้อมูลเท็จที่พบ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69855" y="-1920240"/>
            <a:ext cx="5486400" cy="5486400"/>
          </a:xfrm>
          <a:prstGeom prst="ellipse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4F9CF9"/>
                </a:solidFill>
              </a:rPr>
              <a:t>ชัวร์ก่อนแชร์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6EC6FF"/>
                </a:solidFill>
              </a:rPr>
              <a:t>ตรวจสอบข่าวก่อนส่งต่อ — เพราะข่าวปลอมแพร่เร็วกว่าที่คุณคิด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429000"/>
            <a:ext cx="3657600" cy="254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F1FF"/>
                </a:solidFill>
              </a:rPr>
              <a:t>Thank you · ขอบคุณ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7A9CC4"/>
                </a:solidFill>
              </a:rPr>
              <a:t>📁 Repository: [</a:t>
            </a:r>
            <a:r>
              <a:rPr sz="1600" b="0" dirty="0" err="1">
                <a:solidFill>
                  <a:srgbClr val="7A9CC4"/>
                </a:solidFill>
              </a:rPr>
              <a:t>github.com</a:t>
            </a:r>
            <a:r>
              <a:rPr sz="1600" b="0" dirty="0">
                <a:solidFill>
                  <a:srgbClr val="7A9CC4"/>
                </a:solidFill>
              </a:rPr>
              <a:t>/your-org/fake-news]
📧 Contact:    [</a:t>
            </a:r>
            <a:r>
              <a:rPr sz="1600" b="0" dirty="0" err="1">
                <a:solidFill>
                  <a:srgbClr val="7A9CC4"/>
                </a:solidFill>
              </a:rPr>
              <a:t>your.email@example.com</a:t>
            </a:r>
            <a:r>
              <a:rPr sz="1600" b="0" dirty="0">
                <a:solidFill>
                  <a:srgbClr val="7A9CC4"/>
                </a:solidFill>
              </a:rPr>
              <a:t>]
🐳 Run:        docker compose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C6FF"/>
                </a:solidFill>
              </a:rPr>
              <a:t>Q&amp;A — มีคำถามอะไรบ้างครับ/ค่ะ?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2520</Words>
  <Application>Microsoft Macintosh PowerPoint</Application>
  <PresentationFormat>Custom</PresentationFormat>
  <Paragraphs>336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Thanawat Suchato</cp:lastModifiedBy>
  <cp:revision>2</cp:revision>
  <dcterms:created xsi:type="dcterms:W3CDTF">2013-01-27T09:14:16Z</dcterms:created>
  <dcterms:modified xsi:type="dcterms:W3CDTF">2026-04-23T09:25:55Z</dcterms:modified>
  <cp:category/>
</cp:coreProperties>
</file>